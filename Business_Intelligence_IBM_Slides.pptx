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Intelligence - IBM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Perguntas e Respostas com base no site da IBM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 que é Business Intelligence (BI) e qual é seu objetivo principal?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 é o processo de coleta, armazenamento, análise e visualização de dados de negócios, com o objetivo de transformar dados brutos em informações acionáveis para embasar decisões estratégicas.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Quais são os principais componentes de uma solução de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warehouses, data lakes e data lakehouses. Esses elementos permitem armazenar, consolidar e analisar grandes volumes de dados de forma eficiente.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Como a IBM utiliza a arquitetura de malha de dados em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IBM usa a malha de dados para orquestrar dados de forma inteligente e descentralizada, conectando os dados certos às pessoas certas no momento certo.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Quais são os benefícios do uso de BI nas organizações?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Melhoria na tomada de decisões, identificação de tendências, otimização de processos e descoberta de novas oportunidades de negócios.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 que é o IBM Planning Analytics e como ele contribui para o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uma solução baseada em IA que permite prever cenários e realizar análises dinâmicas, apoiando decisões com dados integrados em tempo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Como o IBM Cognos Analytics facilita a análise de dados?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Oferece dashboards interativos, relatórios automatizados e análise preditiva, permitindo decisões baseadas em visualizações e dados confiáveis.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Qual é o papel da inteligência artificial (IA) no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 a análise, identifica padrões, melhora previsões e recomenda ações estratégicas, aumentando a precisão das decisões.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O que é BI generativa e como ela beneficia as empresas?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da IA para gerar insights e relatórios automaticamente. Acelera análises, reduz erros e entrega insights em tempo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Quais são os desafios enfrentados pelas organizações ao adotar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Integração de dados de diferentes fontes, manutenção da qualidade e capacitação dos usuários para uso eficaz das ferramentas.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Como a IBM apoia as organizações na implementação de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 ferramentas como Cloud Pak for Data, Watson Studio e SPSS, além de consultorias que ajudam na coleta, análise e uso de dados.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